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Week 5 · 2조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181818"/>
                </a:solidFill>
                <a:latin typeface="Pretendard Black"/>
              </a:rPr>
              <a:t>Tri-Axis Aggregation — 본 연구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7A7A7A"/>
                </a:solidFill>
                <a:latin typeface="Pretendard SemiBold"/>
              </a:rPr>
              <a:t>2.5D Fusion (3 methods)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7A7A"/>
                </a:solidFill>
                <a:latin typeface="Pretendard Medium"/>
              </a:rPr>
              <a:t>Digital Rock — Sparse Slice Interpolation · 6주 학생 코스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이번 주가 끝나면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2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z·y·x 각 축 inference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3가지 GT-free aggregation 비교: tri_mean / tri_weuler_self / tri_consensus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4 도메인 (BB·CG·Bentheimer·Parker)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등방성 가정의 정량 검증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8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800" b="0">
                <a:solidFill>
                  <a:srgbClr val="181818"/>
                </a:solidFill>
                <a:latin typeface="Pretendard SemiBold"/>
              </a:rPr>
              <a:t>fig_aggregation_pareto 해석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2.5D Fusion (3 methods) — 한 줄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3 /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698480" cy="228600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>
                <a:solidFill>
                  <a:srgbClr val="EA851B"/>
                </a:solidFill>
                <a:latin typeface="Pretendard ExtraBold"/>
              </a:rPr>
              <a:t>세 직교축 보간 결과를 GT-free 방식으로 융합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신규 utils (dr_utils 확장)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4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triaxis_inference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aggregate_mean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aggregate_weuler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Consolas"/>
              </a:rPr>
              <a:t>aggregate_consensus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사전 준비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5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2000" b="0">
                <a:solidFill>
                  <a:srgbClr val="181818"/>
                </a:solidFill>
                <a:latin typeface="Pretendard SemiBold"/>
              </a:rPr>
              <a:t>W4 pre-trained ckpt 또는 W2 학습 mini UNet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실습 흐름 (skeleton)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6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EA851B"/>
                </a:solidFill>
                <a:latin typeface="Pretendard ExtraBold"/>
              </a:rPr>
              <a:t>notebook 의 섹션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§1 z·y·x 각 축 inference 직접 실행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§2 3가지 GT-free aggregation 비교: tri_mean / tri_weuler_self / tri_consensus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§3 4 도메인 (BB·CG·Bentheimer·Parker) 결과 비교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§4 등방성 가정의 정량 검증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700" b="0">
                <a:solidFill>
                  <a:srgbClr val="EA851B"/>
                </a:solidFill>
                <a:latin typeface="Pretendard ExtraBold"/>
              </a:rPr>
              <a:t>•  </a:t>
            </a:r>
            <a:r>
              <a:rPr sz="1700" b="0">
                <a:solidFill>
                  <a:srgbClr val="181818"/>
                </a:solidFill>
                <a:latin typeface="Pretendard SemiBold"/>
              </a:rPr>
              <a:t>§5 fig_aggregation_pareto 해석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F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EA851B"/>
                </a:solidFill>
                <a:latin typeface="Pretendard ExtraBold"/>
              </a:rPr>
              <a:t>⚠️ 본 PPT는 skeleton — 풀콘텐츠는 강사가 단계적 추가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7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0">
                <a:solidFill>
                  <a:srgbClr val="181818"/>
                </a:solidFill>
                <a:latin typeface="Pretendard ExtraBold"/>
              </a:rPr>
              <a:t>W6: Cross-domain (Carbonate) + LBM + 발표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>
                <a:solidFill>
                  <a:srgbClr val="EA851B"/>
                </a:solidFill>
                <a:latin typeface="Pretendard Black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097280" cy="54864"/>
          </a:xfrm>
          <a:prstGeom prst="rect">
            <a:avLst/>
          </a:prstGeom>
          <a:solidFill>
            <a:srgbClr val="EA8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W5 — Tri-Axis Aggregation — 본 연구 핵심 · 2조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7A7A"/>
                </a:solidFill>
                <a:latin typeface="Pretendard Medium"/>
              </a:rPr>
              <a:t>8 /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181818"/>
                </a:solidFill>
                <a:latin typeface="Pretendard ExtraBold"/>
              </a:rPr>
              <a:t>오늘 막힌 부분, 더 깊이 알고 싶은 부분 자유롭게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