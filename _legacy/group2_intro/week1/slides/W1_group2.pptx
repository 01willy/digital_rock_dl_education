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1  ·  2조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데이터 탐색 + Classical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Voxel · 전처리 · sparse imaging · Linear / Cubic 보간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6주 코스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41732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데이터 탐색 + Classical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417320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ExtraBold"/>
              </a:rPr>
              <a:t>오늘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30552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Deep Learning 입문 — UNet · pix2pix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130552"/>
            <a:ext cx="1828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ExtraBold"/>
              </a:rPr>
              <a:t>다음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43784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843784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적대적 학습 — pix2pix 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57015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557015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다른 아키텍처 비교 — Transformer · 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0248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270248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한계 극복 기법 — tri-axis · multi-k · 증강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83480"/>
            <a:ext cx="914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EA851B"/>
                </a:solidFill>
                <a:latin typeface="Pretendard Black"/>
              </a:rPr>
              <a:t>W6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983480"/>
            <a:ext cx="8229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Cross-domain 분석 — Zero-shot · Fine-tune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 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3D voxel 데이터(.bin)의 구조와 로딩 방법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정규화 / Otsu 임계값 — 전처리 기초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세 도메인(BB · CastleGate · Parker)의 통계 + 슬랩별 공극률 분석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Sparse imaging의 정의와 평가 지표 (|Δφ|·|ΔSA|·SSIM)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Linear / Cubic spline 보간을 도메인·k에 걸쳐 평가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데이터 사양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파일 형식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.bin (raw binary, header 없음)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1168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(256, 256, 256) — 약 1,677만 voxel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dtype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5176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uint8 (값은 0 또는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값 의미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291839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0 = solid (암석), 1 = pore (공극)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voxel 크기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3192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2.25 μm · 한 부피 ≈ 0.58 mm³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도메인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572000"/>
            <a:ext cx="8229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81818"/>
                </a:solidFill>
                <a:latin typeface="Pretendard SemiBold"/>
              </a:rPr>
              <a:t>3개 (BB · CastleGate · Parker)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3개 도메인 — 같은 z=128 슬라이스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14</a:t>
            </a:r>
          </a:p>
        </p:txBody>
      </p:sp>
      <p:pic>
        <p:nvPicPr>
          <p:cNvPr id="6" name="Picture 5" descr="fig1_dom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1273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도메인마다 공극률 · 구조 · 균질성이 다름. W6 cross-domain 분석의 사전 검토.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같은 부피의 세 축 슬라이스 (CastleGate)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14</a:t>
            </a:r>
          </a:p>
        </p:txBody>
      </p:sp>
      <p:pic>
        <p:nvPicPr>
          <p:cNvPr id="6" name="Picture 5" descr="fig2_three_ax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004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486400"/>
            <a:ext cx="11430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SemiBold"/>
              </a:rPr>
              <a:t>동일 부피를 z · y · x 세 직교 평면으로 자른 결과. 슬라이스 위치도 모두 다르며, 세부 공극 패턴이 서로 다릅니다.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데이터 전처리 — 정규화 + Otsu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normalize_to_float: uint8 [0, 255] → float [0, 1]. 학습 기반 모델 입력의 표준 전처리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otsu_threshold: 클래스 간 분산을 최대화하는 자동 임계값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본 데이터는 이미 binary이므로 Otsu는 trivial (0.5 부근)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실제 grayscale CT나 노이즈가 있는 데이터에서 Otsu의 가치가 드러남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Otsu 시각 — 인공 grayscale 예시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14</a:t>
            </a:r>
          </a:p>
        </p:txBody>
      </p:sp>
      <p:pic>
        <p:nvPicPr>
          <p:cNvPr id="6" name="Picture 5" descr="fig3_ot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36654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노이즈가 작으면 Otsu가 두 봉우리의 골짜기에 정확히 위치. 노이즈가 커지면 안정성이 떨어집니다.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Sparse Imaging — 문제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micro-CT 스캔은 시간 · 비용 모두 비쌈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k 슬라이스마다 1개만 측정 → 시간 (1 − 1/k) × 100% 절감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k=3 → 67% 절감, k=5 → 80% 절감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핵심 질문: 측정되지 않은 슬라이스를 측정된 슬라이스로부터 얼마나 정확히 복원할 수 있는가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Linear vs Cubic 보간 (BB, z=62, k=5)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10 / 14</a:t>
            </a:r>
          </a:p>
        </p:txBody>
      </p:sp>
      <p:pic>
        <p:nvPicPr>
          <p:cNvPr id="6" name="Picture 5" descr="fig4_b1_vs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9899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평가 지표 3종: |Δφ| (공극률 오차), |ΔSA| (표면적 오차), SSIM (구조 유사도)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k Sweep — 학습 기반 방법이 필요한 지점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11 / 14</a:t>
            </a:r>
          </a:p>
        </p:txBody>
      </p:sp>
      <p:pic>
        <p:nvPicPr>
          <p:cNvPr id="6" name="Picture 5" descr="fig5_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7589520" cy="37467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81818"/>
                </a:solidFill>
                <a:latin typeface="Pretendard SemiBold"/>
              </a:rPr>
              <a:t>k가 커질수록 모든 도메인의 |Δφ|가 증가합니다.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7A7A7A"/>
                </a:solidFill>
                <a:latin typeface="Pretendard Medium"/>
              </a:rPr>
              <a:t>곡선이 가파르게 꺾이는 지점부터 단순 보간으로는 부족합니다 (W2~ deep learning).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탐구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필수 1 — 세 도메인 × {Linear, Cubic} × k=[2,3,5] = 9개 조합 표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필수 2 — Otsu 노이즈 sweep (σ 5개 값에서 공극률 측정)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선택 3 — 세 축 sparse 보간 비교 (axis 0/1/2)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선택 4 — 슬라이스 간격에 따른 보간 흐려짐 시각화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1155680" cy="73152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789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81818"/>
                </a:solidFill>
                <a:latin typeface="Pretendard Medium"/>
              </a:rPr>
              <a:t>자세한 안내는 handout 참조. 본인 작업 파일로 fork 후 분석·시각화·해석과 함께 제출.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주차 예고 — W2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Deep Learning 입문 — UNet / pix2pix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슬라이스 보간을 학습 가능한 함수로 정식화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UNet 기본 구조 (encoder · decoder · skip-connection)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pix2pix — 조건부 image-to-image 학습 흐름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600" b="0">
                <a:solidFill>
                  <a:srgbClr val="181818"/>
                </a:solidFill>
                <a:latin typeface="Pretendard SemiBold"/>
              </a:rPr>
              <a:t>mini UNet을 학생 노트북(CPU)에서 직접 학습 + W1 baseline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7A7A7A"/>
                </a:solidFill>
                <a:latin typeface="Consolas"/>
              </a:rPr>
              <a:t>pip install torch torchvision pytorch-msssim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W1 · 데이터 + Classical · 2조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질문 · 토론 환영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