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4 · 1조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다른 아키텍처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UNet vs SwinUNet vs 3D UNet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주가 끝나면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UNetG (CNN) vs SwinUNet (Transformer) vs 3D UNet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Pre-trained 3개 ckpt 로드 + inference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파라미터·학습시간·정확도 trade-off 정량 분석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1조: 모델 swap 실험, 2조: 결과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fig_supp_swinunet (연구 결과 figure) 해석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UNet vs SwinUNet vs 3D UNet — 한 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같은 sparse 보간을 3개 모델로 풀어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신규 utils (dr_utils 확장)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SwinUNetMini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UNet3DMini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model_zoo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benchmark_models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사전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Pre-trained 3 ckpt 다운로드 (config 안내 따라)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실습 흐름 (skeleton)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notebook 의 섹션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§1 UNetG (CNN) vs SwinUNet (Transformer) vs 3D UNet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§2 Pre-trained 3개 ckpt 로드 + inference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§3 파라미터·학습시간·정확도 trade-off 정량 분석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§4 1조: 모델 swap 실험, 2조: 결과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§5 fig_supp_swinunet (연구 결과 figure) 해석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6400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⚠️ 본 PPT는 skeleton — 풀콘텐츠는 강사가 단계적 추가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W5: Tri-axis aggregation (본 연구 핵심)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181818"/>
                </a:solidFill>
                <a:latin typeface="Pretendard ExtraBold"/>
              </a:rPr>
              <a:t>오늘 막힌 부분, 더 깊이 알고 싶은 부분 자유롭게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