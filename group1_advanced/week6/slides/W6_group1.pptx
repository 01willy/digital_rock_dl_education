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058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EA851B"/>
                </a:solidFill>
                <a:latin typeface="Pretendard ExtraBold"/>
              </a:rPr>
              <a:t>Week 6 · 1조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05840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4800" b="0">
                <a:solidFill>
                  <a:srgbClr val="181818"/>
                </a:solidFill>
                <a:latin typeface="Pretendard Black"/>
              </a:rPr>
              <a:t>Cross-domain + Carbonate + 발표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7A7A7A"/>
                </a:solidFill>
                <a:latin typeface="Pretendard SemiBold"/>
              </a:rPr>
              <a:t>Sandstone → Carbonate · LBM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7A7A7A"/>
                </a:solidFill>
                <a:latin typeface="Pretendard Medium"/>
              </a:rPr>
              <a:t>Digital Rock — Sparse Slice Interpolation · 6주 학생 코스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이번 주가 끝나면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W6 — Cross-domain + Carbonate + 발표 · 1조 Advanced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2 /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Ketton·Estaillades 탄산염암 데이터 불러오기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인코딩 sanity check (1=solid invert 처리) — 교육 포인트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Zero-shot vs Fine-tune 30분 결과 비교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LBM permeability (사전 계산 결과) 해석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학생 발표 + 종합 회고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Sandstone → Carbonate · LBM — 한 줄 요약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W6 — Cross-domain + Carbonate + 발표 · 1조 Advanced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3 /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10698480" cy="2286000"/>
          </a:xfrm>
          <a:prstGeom prst="roundRect">
            <a:avLst/>
          </a:prstGeom>
          <a:solidFill>
            <a:srgbClr val="FA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1033272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0">
                <a:solidFill>
                  <a:srgbClr val="EA851B"/>
                </a:solidFill>
                <a:latin typeface="Pretendard ExtraBold"/>
              </a:rPr>
              <a:t>Ketton/Estaillades 탄산염암에 ZS vs FT 비교, LBM 결과 시각화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신규 utils (dr_utils 확장)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W6 — Cross-domain + Carbonate + 발표 · 1조 Advanced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4 /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20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2000" b="0">
                <a:solidFill>
                  <a:srgbClr val="181818"/>
                </a:solidFill>
                <a:latin typeface="Consolas"/>
              </a:rPr>
              <a:t>load_carbonate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20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2000" b="0">
                <a:solidFill>
                  <a:srgbClr val="181818"/>
                </a:solidFill>
                <a:latin typeface="Consolas"/>
              </a:rPr>
              <a:t>encoding_check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20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2000" b="0">
                <a:solidFill>
                  <a:srgbClr val="181818"/>
                </a:solidFill>
                <a:latin typeface="Consolas"/>
              </a:rPr>
              <a:t>fine_tune_short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20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2000" b="0">
                <a:solidFill>
                  <a:srgbClr val="181818"/>
                </a:solidFill>
                <a:latin typeface="Consolas"/>
              </a:rPr>
              <a:t>lbm_results_viz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사전 준비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W6 — Cross-domain + Carbonate + 발표 · 1조 Advanced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5 /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20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2000" b="0">
                <a:solidFill>
                  <a:srgbClr val="181818"/>
                </a:solidFill>
                <a:latin typeface="Pretendard SemiBold"/>
              </a:rPr>
              <a:t>Ketton·Estaillades 256 .bin (COMMON/data_extra)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20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2000" b="0">
                <a:solidFill>
                  <a:srgbClr val="181818"/>
                </a:solidFill>
                <a:latin typeface="Pretendard SemiBold"/>
              </a:rPr>
              <a:t>발표 자료 5분 준비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실습 흐름 (skeleton)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W6 — Cross-domain + Carbonate + 발표 · 1조 Advanced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6 /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EA851B"/>
                </a:solidFill>
                <a:latin typeface="Pretendard ExtraBold"/>
              </a:rPr>
              <a:t>notebook 의 섹션 구조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700" b="0">
                <a:solidFill>
                  <a:srgbClr val="181818"/>
                </a:solidFill>
                <a:latin typeface="Pretendard SemiBold"/>
              </a:rPr>
              <a:t>§1 Ketton·Estaillades 탄산염암 데이터 불러오기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700" b="0">
                <a:solidFill>
                  <a:srgbClr val="181818"/>
                </a:solidFill>
                <a:latin typeface="Pretendard SemiBold"/>
              </a:rPr>
              <a:t>§2 인코딩 sanity check (1=solid invert 처리) — 교육 포인트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700" b="0">
                <a:solidFill>
                  <a:srgbClr val="181818"/>
                </a:solidFill>
                <a:latin typeface="Pretendard SemiBold"/>
              </a:rPr>
              <a:t>§3 Zero-shot vs Fine-tune 30분 결과 비교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700" b="0">
                <a:solidFill>
                  <a:srgbClr val="181818"/>
                </a:solidFill>
                <a:latin typeface="Pretendard SemiBold"/>
              </a:rPr>
              <a:t>§4 LBM permeability (사전 계산 결과) 해석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700" b="0">
                <a:solidFill>
                  <a:srgbClr val="181818"/>
                </a:solidFill>
                <a:latin typeface="Pretendard SemiBold"/>
              </a:rPr>
              <a:t>§5 학생 발표 + 종합 회고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486400"/>
            <a:ext cx="10698480" cy="640080"/>
          </a:xfrm>
          <a:prstGeom prst="roundRect">
            <a:avLst/>
          </a:prstGeom>
          <a:solidFill>
            <a:srgbClr val="FA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14400" y="5623560"/>
            <a:ext cx="103327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⚠️ 본 PPT는 skeleton — 풀콘텐츠는 강사가 단계적 추가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다음 주 예고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W6 — Cross-domain + Carbonate + 발표 · 1조 Advanced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7 /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97280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0">
                <a:solidFill>
                  <a:srgbClr val="181818"/>
                </a:solidFill>
                <a:latin typeface="Pretendard ExtraBold"/>
              </a:rPr>
              <a:t>🎓 코스 종료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Q &amp; A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W6 — Cross-domain + Carbonate + 발표 · 1조 Advanced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8 /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97280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>
                <a:solidFill>
                  <a:srgbClr val="181818"/>
                </a:solidFill>
                <a:latin typeface="Pretendard ExtraBold"/>
              </a:rPr>
              <a:t>오늘 막힌 부분, 더 깊이 알고 싶은 부분 자유롭게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