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5 · 1조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Tri-Axis Aggregation — 본 연구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2.5D Fusion (3 methods)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z·y·x 각 축 inference 직접 실행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3가지 GT-free aggregation 비교: tri_mean / tri_weuler_self / tri_consensus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4 도메인 (BB·CG·Bentheimer·Parker) 결과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등방성 가정의 정량 검증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fig_aggregation_pareto 해석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2.5D Fusion (3 methods) —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세 직교축 보간 결과를 GT-free 방식으로 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신규 utils (dr_utils 확장)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triaxis_inference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aggregate_mean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aggregate_weuler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aggregate_consensus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사전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W4 pre-trained ckpt 또는 W2 학습 mini UNet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실습 흐름 (skeleton)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notebook 의 섹션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§1 z·y·x 각 축 inference 직접 실행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§2 3가지 GT-free aggregation 비교: tri_mean / tri_weuler_self / tri_consensus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§3 4 도메인 (BB·CG·Bentheimer·Parker) 결과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§4 등방성 가정의 정량 검증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§5 fig_aggregation_pareto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⚠️ 본 PPT는 skeleton — 풀콘텐츠는 강사가 단계적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W6: Cross-domain (Carbonate) + LBM + 발표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오늘 막힌 부분,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