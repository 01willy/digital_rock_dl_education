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Week 1  ·  1조 Advanced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181818"/>
                </a:solidFill>
                <a:latin typeface="Pretendard Black"/>
              </a:rPr>
              <a:t>데이터 탐색 + Classical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7A7A7A"/>
                </a:solidFill>
                <a:latin typeface="Pretendard SemiBold"/>
              </a:rPr>
              <a:t>Voxel · 전처리 · sparse · 선형/Cubic · k sweep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7A7A"/>
                </a:solidFill>
                <a:latin typeface="Pretendard Medium"/>
              </a:rPr>
              <a:t>Digital Rock — Sparse Slice Interpolation · 6주 학생 코스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신 6주 코스 한눈에 보기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1조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417320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데이터 탐색 + Classical Baseline (구 W1+W2 통합)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417320"/>
            <a:ext cx="1828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>
                <a:solidFill>
                  <a:srgbClr val="7A7A7A"/>
                </a:solidFill>
                <a:latin typeface="Pretendard ExtraBold"/>
              </a:rPr>
              <a:t>오늘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30552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130552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Deep Learning 입문 — mini UNet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2130552"/>
            <a:ext cx="1828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>
                <a:solidFill>
                  <a:srgbClr val="7A7A7A"/>
                </a:solidFill>
                <a:latin typeface="Pretendard ExtraBold"/>
              </a:rPr>
              <a:t>다음 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43784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843784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손실 함수 + HPO 입문 (Optuna)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57015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557015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다른 아키텍처 (SwinUNet vs UNetG vs 3D)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270248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Tri-Axis Aggregation — 본 연구 핵심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83480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983480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Cross-domain (Carbonate) + LBM +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이번 주가 끝나면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1조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3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데이터 I/O + 전처리: .bin 로드, float 정규화, Otsu 임계값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3D voxel 시각화 — 4 도메인 비교 + 등방성 검증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공극률(φ) · 표면적(SA) · SSIM 세 지표로 평가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Sparse imaging 문제 정의 + Classical baseline (B1 Linear, B2 Cubic)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k sweep으로 "왜 deep learning이 필요한가" 정량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10698480" cy="822960"/>
          </a:xfrm>
          <a:prstGeom prst="round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구 W1+W2를 합쳐서 한 세션에 데이터+classical까지 다룹니다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본 코스의 학습 방식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1조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4 /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1371600"/>
          </a:xfrm>
          <a:prstGeom prst="round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03327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코드를 직접 짜기보다, 배포된 함수의 인자를 바꿔보며 결과 변화를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[Try-it!] 박스 — 변수 값을 바꿔보고 차이 관찰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[해석 질문] — 결과를 자신의 말로 답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[심화] — 추가 분석 트랙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탐구 과제 — 노트북 안에서 코드 수정하며 답 만들기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181818"/>
                </a:solidFill>
                <a:latin typeface="Pretendard Black"/>
              </a:rPr>
              <a:t>데이터 + 전처리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1조 Advanced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1.1  Voxel vs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1조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6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2D 이미지 (Pixel)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Pixel = Picture Element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2차원 격자 (높이 × 너비)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numpy: img[y, x]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3D 부피 (Voxel)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Voxel = Volume Element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3차원 (Z × Y × X), 본 W1: 256×256×256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numpy: vol[z, y, x]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212080"/>
            <a:ext cx="10698480" cy="914400"/>
          </a:xfrm>
          <a:prstGeom prst="round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5440680"/>
            <a:ext cx="10332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한 voxel 한 변 = 2.25 μm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1.2  4 도메인 비교 — 같은 z=128 슬라이스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1조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7 / 15</a:t>
            </a:r>
          </a:p>
        </p:txBody>
      </p:sp>
      <p:pic>
        <p:nvPicPr>
          <p:cNvPr id="6" name="Picture 5" descr="fig1_dom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612880" cy="3104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도메인마다 공극률·구조가 분명히 다름 → W6 cross-domain 평가의 motivation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1.3  같은 부피, 세 축 슬라이스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1조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8 / 15</a:t>
            </a:r>
          </a:p>
        </p:txBody>
      </p:sp>
      <p:pic>
        <p:nvPicPr>
          <p:cNvPr id="6" name="Picture 5" descr="fig2_three_a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4004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세 방향이 비슷하지만 세부 모양은 다름 → W5 tri-axis aggregation의 motivation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1.4  데이터 전처리 — 정규화 + Otsu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1조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9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normalize_to_float: uint8 [0,255] → float32 [0,1] — DL 학습 안정성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otsu_threshold: 자동 임계값 (binary 데이터에선 trivial, W4 grayscale에서 진가)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"두 봉우리 사이 골짜기를 찾는" 고전 알고리즘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800" b="0">
                <a:solidFill>
                  <a:srgbClr val="181818"/>
                </a:solidFill>
                <a:latin typeface="Pretendard SemiBold"/>
              </a:rPr>
              <a:t>Micro-CT segmentation의 표준 기법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1.5  Otsu 시각 — 인공 grayscale에서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1조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10 / 15</a:t>
            </a:r>
          </a:p>
        </p:txBody>
      </p:sp>
      <p:pic>
        <p:nvPicPr>
          <p:cNvPr id="6" name="Picture 5" descr="fig3_ot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612880" cy="36654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2120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[Try-it!] 노이즈 σ를 0.05/0.2/0.4로 바꾸면 Otsu가 어디서 망가지나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>
                <a:solidFill>
                  <a:srgbClr val="181818"/>
                </a:solidFill>
                <a:latin typeface="Pretendard Black"/>
              </a:rPr>
              <a:t>Sparse Imaging + Classical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1조 Advanced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2.1  Sparse Imaging — 왜 필요한가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1조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ExtraBold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micro-CT 스캔은 시간 + 비용 비쌈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ExtraBold"/>
              </a:rPr>
              <a:t>해결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k 슬라이스마다 1개만 측정 → 시간 (1−1/k)×100% 절감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k=3 → 67% 절감, k=5 → 80% 절감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900" b="0">
                <a:solidFill>
                  <a:srgbClr val="181818"/>
                </a:solidFill>
                <a:latin typeface="Pretendard SemiBold"/>
              </a:rPr>
              <a:t>핵심 질문: 누락 슬라이스를 측정 슬라이스로부터 얼마나 정확히 복원?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2.2  B1 Linear vs B2 Cubic (z=62, k=5)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1조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13 / 15</a:t>
            </a:r>
          </a:p>
        </p:txBody>
      </p:sp>
      <p:pic>
        <p:nvPicPr>
          <p:cNvPr id="6" name="Picture 5" descr="fig4_b1_vs_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39899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3949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B1 = 선형 (직선), B2 = scipy cubic spline (부드러운 곡선)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81818"/>
                </a:solidFill>
                <a:latin typeface="Pretendard SemiBold"/>
              </a:rPr>
              <a:t>평가 지표 3종: |Δφ| (공극률 오차), |ΔSA| (표면적 오차), SSIM (구조 유사도)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2.3  k Sweep — 본 연구의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1조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14 / 15</a:t>
            </a:r>
          </a:p>
        </p:txBody>
      </p:sp>
      <p:pic>
        <p:nvPicPr>
          <p:cNvPr id="6" name="Picture 5" descr="fig5_mot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589520" cy="37467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k 가 커질수록 모든 도메인의 |Δφ| 가 빠르게 악화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81818"/>
                </a:solidFill>
                <a:latin typeface="Pretendard SemiBold"/>
              </a:rPr>
              <a:t>Deep learning이 이 곡선을 "평평하게" 만들 수 있을까? → W3 이후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자기 점검 &amp; W2 예고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— 데이터 + Classical · 1조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15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6400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자기 점검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400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normalize_to_float가 DL에 필요한 이유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Otsu가 binary에서 trivial한 이유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4 도메인 등방성 순위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B1·B2 k=5 차이 + 가설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"왜 DL이 필요한가" — motivation 곡선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280160"/>
            <a:ext cx="5029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W2 — DL 입문 + mini UNet 학습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UNet 구조 + skip-connection 이해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mini UNet (~100K params) 직접 학습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학습 시간 옵션: 10분 / 30분 / 60분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본 W1 baseline vs UNet 직접 비교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pip install torch torchvision pytorch-msssim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486400"/>
            <a:ext cx="11612880" cy="731520"/>
          </a:xfrm>
          <a:prstGeom prst="round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12471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Q&amp;A — 막힌 부분 / 더 알고 싶은 부분 자유롭게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