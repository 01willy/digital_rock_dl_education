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1  ·  1조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Digital Rock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3D voxel · 공극률 · sparse imaging · 선형 보간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6주 코스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데이터 탐색 — voxel/공극률/sparse 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Classical baseline — scipy 선형/Cubic 보간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30552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다음 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43784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2D UNet 기초 — 모델 구조 + 미니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5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손실 함수 — L1 · SSIM · 형태 보존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세 방향 보간 통합 (tri-axis aggregation)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평가 / 벤치마크 /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 할 수 있어야 하는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3D voxel 데이터를 binary 파일에서 불러오고 세 축으로 시각화한다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세 도메인(BB / CastleGate / Bentheimer)의 통계를 비교한다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공극률(porosity)과 등방성(isotropy) 개념을 정량적으로 검토한다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Sparse 시나리오를 시뮬레이션하고 선형 보간으로 복원해본다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sparse 정도 k와 복원 오차의 관계를 측정 → W3 이후 deep learning 동기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오늘의 한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3D 암석 데이터를 다루기 위해 먼저 그것을 '보고' '재는' 법을 익힌다.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코스의 학습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"직접 코드를 짜기보다, 배포된 함수의 파라미터를 바꿔보며 결과 변화를 관찰한다"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[Try-it!]  박스 — 셀의 변수 값을 바꿔보고 차이를 눈으로 관찰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[해석 질문]  박스 — 결과를 자신의 말로 설명하는 연습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탐구 과제 — 노트북 안에서 코드를 수정하면서 답을 만들기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6주 동안 동일한 helper 모듈(dr_utils.py)을 계속 확장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Digital Rock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1.1  Digital Rock이란?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실제 암석 시료 → micro-CT 스캔 → 3D 디지털 부피 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Micro-CT (Micro Computed Tomography): X-ray로 여러 각도 촬영 → 3D 재구성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암석을 깨뜨리지 않고 내부 공극(pore) 구조를 voxel 격자로 확보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디지털 부피 위에서 시뮬레이션 가능: 유체 흐름, 공극률, 투과성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응용: 석유/가스 탐사, 지하수, 이산화탄소(CO₂) 저장, 지반공학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"실험실의 rock physics 실험을 컴퓨터 안에서 한다" → 시간/비용 절감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1.2  Voxel vs Pixel — 3차원으로의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2D 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Pixel (Picture Element) 격자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shape = (높이, 너비)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numpy: img[y, 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3D 부피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Voxel (Volume Element) 격자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shape = (Z, Y, X) — 본 W1: (256,256,256)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numpy: vol[z, y, x]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한 voxel = 2.25 μm³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numpy 트릭:  vol[z, :, :] = z번째 슬라이스 (= 한 장의 2D 이미지)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1.3  세 도메인 동시 비교 — 같은 z=128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20</a:t>
            </a:r>
          </a:p>
        </p:txBody>
      </p:sp>
      <p:pic>
        <p:nvPicPr>
          <p:cNvPr id="6" name="Picture 5" descr="fig1_three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0004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관찰: 세 사암은 비슷한 패턴이지만 공극 비율과 모양이 분명히 다르다.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[해석] 어느 사암이 더 \"빈 공간\"이 많은가? 그 사암이 \"좋은 저장소\"라 할 수 있을까?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1.4  같은 부피, 세 축 슬라이스 (BB)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20</a:t>
            </a:r>
          </a:p>
        </p:txBody>
      </p:sp>
      <p:pic>
        <p:nvPicPr>
          <p:cNvPr id="6" name="Picture 5" descr="fig2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0004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세 방향이 통계적으로 비슷하지만 \"세부 모양은 완전히 다르다\".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핵심 통찰: 본 연구는 z축뿐 아니라 세 축 모두에서 보간 → W5의 tri-axis aggregation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공극률과 등방성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2.1  공극률 (Porosity, φ)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63040"/>
            <a:ext cx="8503920" cy="10972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8503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φ = (공극 voxel 수) / (전체 voxel 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왜 중요한가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암석이 얼마나 많은 액체/기체를 저장할 수 있는지 결정 (석유/지하수)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보간 평가 핵심 지표: 출력의 φ가 원본과 같아야 \"물리적으로 일관됨\"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본 연구 metric: |Δφ| = |φ(예측) − φ(원본)|, 낮을수록 좋음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numpy 한 줄: phi = volume.mean()  (값이 0/1이므로 평균 = pore 비율)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2.2  등방성 검토 — 방향별 공극률 프로파일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20</a:t>
            </a:r>
          </a:p>
        </p:txBody>
      </p:sp>
      <p:pic>
        <p:nvPicPr>
          <p:cNvPr id="6" name="Picture 5" descr="fig3_porosit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7589520" cy="3697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세 축 프로파일이 비슷할수록 \"등방성(isotropic)\" 부피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본 연구의 tri-axis aggregation은 이 등방성 가정 위에 서 있음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Sparse Imaging — 우리의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3.1  왜 sparse imaging인가?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ExtraBold"/>
              </a:rPr>
              <a:t>문제 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micro-CT 스캔은 시간 + 비용이 비싸다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모든 z 슬라이스 측정 → 측정 시간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ExtraBold"/>
              </a:rPr>
              <a:t>Sparse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k 슬라이스마다 1개만 측정, 나머지는 컴퓨터로 \"복원\"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k=3 → 시간 1/3 (67% 절감), k=5 → 1/5 (80% 절감)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핵심 질문: 측정되지 않은 슬라이스를 얼마나 정확히 복원할 수 있는가?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3.2  Sparse k=3 시각화 (연속 6장)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15 / 20</a:t>
            </a:r>
          </a:p>
        </p:txBody>
      </p:sp>
      <p:pic>
        <p:nvPicPr>
          <p:cNvPr id="6" name="Picture 5" descr="fig4_spars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2630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연속 z 슬라이스는 매우 비슷하지만 살짝 다르다 → 이웃 정보로 가운데를 예측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본 코스에서 보간 정확도를 점차 올린다: 선형(W2) → UNet(W3) → tri-axis(W5)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가장 단순한 보간 — 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4.1  선형 보간 — α 값 변화에 따른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17 / 20</a:t>
            </a:r>
          </a:p>
        </p:txBody>
      </p:sp>
      <p:pic>
        <p:nvPicPr>
          <p:cNvPr id="6" name="Picture 5" descr="fig5_linear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2883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Consolas"/>
              </a:rPr>
              <a:t>predicted = (1−α)·slice_before + α·slice_after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두 슬라이스 간격이 클수록 α=0.5 결과가 \"흐릿\"해짐 → 본 연구 deep learning의 동기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4.2  k Sweep — 본 연구의 정량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18 / 20</a:t>
            </a:r>
          </a:p>
        </p:txBody>
      </p:sp>
      <p:pic>
        <p:nvPicPr>
          <p:cNvPr id="6" name="Picture 5" descr="fig6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503920" cy="4159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시간 절감을 늘릴수록 (k↑) 복원 오차도 커진다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Deep learning이 이 곡선을 \"평평하게\" 만들 수 있다면 → 큰 실용적 가치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자기 점검 &amp; 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자기 점검 (자신의 말로 답해보기)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Voxel과 pixel의 차이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porosity profile std가 작다는 것의 의미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k=5 sparse일 때 시간 절감률과 BB |Δφ|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세 축 슬라이스 패턴 유사성이 본 연구 어떤 가정과 연결되나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오늘 측정한 곡선이 \"왜 DL이 필요한지\"를 어떻게 설명하나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W2 예고 — Classical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scipy 기반 선형 + Cubic 정식 구현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평가지표 확장 — Δφ + 표면적 + SSIM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k=1,3,5 비교 표 작성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본 연구의 baseline B1, B2, B3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pip install scipy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81818"/>
                </a:solidFill>
                <a:latin typeface="Pretendard ExtraBold"/>
              </a:rPr>
              <a:t>오늘 막혔던 부분, 더 깊이 알고 싶은 부분을 자유롭게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A851B"/>
                </a:solidFill>
                <a:latin typeface="Pretendard SemiBold"/>
              </a:rPr>
              <a:t>탐구 과제 4문항은 노트북 마지막에 정리되어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