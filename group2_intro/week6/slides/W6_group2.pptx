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6 · 2조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Cross-domain + Carbonate +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Sandstone → Carbonate · LBM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Ketton·Estaillades 탄산염암 데이터 불러오기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인코딩 sanity check (1=solid invert 처리) — 교육 포인트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Zero-shot vs Fine-tune 30분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LBM permeability (사전 계산 결과)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학생 발표 + 종합 회고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Sandstone → Carbonate · LBM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Ketton/Estaillades 탄산염암에 ZS vs FT 비교, LBM 결과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load_carbonate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encoding_check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fine_tune_short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lbm_results_viz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Ketton·Estaillades 256 .bin (COMMON/data_extra)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발표 자료 5분 준비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Ketton·Estaillades 탄산염암 데이터 불러오기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인코딩 sanity check (1=solid invert 처리) — 교육 포인트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Zero-shot vs Fine-tune 30분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LBM permeability (사전 계산 결과)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학생 발표 + 종합 회고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🎓 코스 종료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W6 — Cross-domain + Carbonate + 발표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