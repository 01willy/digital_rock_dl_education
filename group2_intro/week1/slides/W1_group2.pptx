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  ·  2조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Digital Rock 데이터 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3D voxel 부터 단순 보간까지 — 한 걸음씩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데이터 탐색 — voxel/공극률/sparse 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Classical baseline — scipy 보간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 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2D UNet 기초 — 학습된 모델 체험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손실 함수 — L1, SSIM 이해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세 방향 보간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Pretendard SemiBold"/>
              </a:rPr>
              <a:t>평가 /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 할 수 있어야 하는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3D voxel 데이터가 무엇인지 이해하고 binary 파일에서 불러올 수 있다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세 방향(z/y/x) 단면으로 시각화할 수 있다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공극률(porosity)의 정의를 알고 직접 계산할 수 있다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Sparse imaging 시나리오를 시뮬레이션하고, 본 연구의 문제를 정의할 수 있다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단순 평균 보간(linear interpolation)을 시각적으로 이해한다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오늘은 '3D 암석 데이터를 보고 재는 법'을 익힙니다.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코스의 학습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직접 코드를 짜기보다, 배포된 함수의 인자(parameter)를 바꿔보며 결과 변화를 관찰합니다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[Try-it!] 박스 — 셀의 변수 값을 바꿔보고 차이를 눈으로 관찰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[보조 설명] 박스 — 모르는 용어/개념을 풀어서 설명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[해석 질문] 박스 — 결과를 자신의 말로 답하는 연습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탐구 과제 — 노트북 안에서 코드를 수정하면서 답 만들기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Digital Rock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1.1  Micro-CT란?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암석을 깨뜨리지 않고 X-ray로 "3D 내부 사진"을 찍는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"Micro-CT" = Micro Computed Tomography (마이크로 컴퓨터 단층촬영)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의료에서 사용하는 CT와 같은 원리, 단 해상도가 "마이크로미터(μm)" 수준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여러 각도에서 찍은 X-ray 영상을 컴퓨터로 합쳐 3D 영상 재구성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결과: 암석 내부의 "공극(pore)"과 "고체(solid)" 구조를 voxel 격자로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응용: 석유 탐사, 지하수, CO₂ 저장, 지반공학 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1.2  Voxel vs Pixel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2D 이미지 (Pixel)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Pixel = Picture Element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2차원 격자 (높이 × 너비)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예: 256 × 256 사진 = 65,536 pixel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numpy: img[y, 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3D 부피 (Voxel)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Voxel = Volume Element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3차원 격자 (Z × Y × X)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예: 256 × 256 × 256 부피 = 1,677만 voxel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numpy: vol[z, y, x]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한 voxel의 실제 크기: 2.25 μm  (사람 머리카락의 약 1/30)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1.3  본 W1 데이터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data/BB_256.bin (BB 사암), data/CastleGate_256.bin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모양 (shape)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(256, 256, 256) — 약 1,700만 voxel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데이터 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uint8 — 8비트 정수, 값은 0 또는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값의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0 = 암석(solid), 1 = 공극(pore)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voxel 한 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2.25 μm   (실제 크기 약 0.58 mm³ 부피)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 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약 16 MB (header 없는 raw binary)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이미 segmentation(분류)이 끝난 binary 부피입니다. grayscale은 W4에서.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슬라이스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2.1  슬라이스(Slice)란?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3D 부피는 한 번에 보기 어렵다 → 한 단면씩 잘라서 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z축 slice: volume[z, :, :] → XY 평면 (micro-CT 측정 방향)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y축 slice: volume[:, y, :] → ZX 평면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x축 slice: volume[:, :, x] → ZY 평면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본 연구는 z축뿐 아니라 "세 축 모두에서" 보간 → W5의 tri-axis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(tri = 셋, axis = 축, aggregation = 통합)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2.2  BB 사암 — 세 축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22</a:t>
            </a:r>
          </a:p>
        </p:txBody>
      </p:sp>
      <p:pic>
        <p:nvPicPr>
          <p:cNvPr id="6" name="Picture 5" descr="fig1_bb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078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세 방향이 통계적으로 비슷한 패턴이지만, 세부 모양은 완전히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[해석] 한 방향만 본다면 그 방향의 인공물(artifact)이 남는다. 세 방향 평균으로 줄일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2.3  두 사암 비교 — z=128 중앙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22</a:t>
            </a:r>
          </a:p>
        </p:txBody>
      </p:sp>
      <p:pic>
        <p:nvPicPr>
          <p:cNvPr id="6" name="Picture 5" descr="fig2_bb_vs_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4405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같은 "사암" 이지만 공극의 비율과 모양이 분명히 다르다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공극률 (Porosity)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3.1  공극률 — 가장 기본적인 물리량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503920" cy="10972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85039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φ = (공극 voxel 수) / (전체 voxel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암석이 얼마나 많은 액체/기체를 저장할 수 있는지 결정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본 연구 평가 metric: |Δφ| = |φ(예측) − φ(원본)|, 낮을수록 좋음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numpy 한 줄: phi = volume.mean() (값이 0/1이므로 평균 = pore 비율)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간단해 보이지만 "보간 결과의 물리적 일관성" 의 핵심 지표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3.2  BB vs CastleGate 공극률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15 / 22</a:t>
            </a:r>
          </a:p>
        </p:txBody>
      </p:sp>
      <p:pic>
        <p:nvPicPr>
          <p:cNvPr id="6" name="Picture 5" descr="fig3_poros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4114800" cy="327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[해석] 어느 사암이 더 "빈 공간"이 많은가? 어느 쪽이 더 "좋은 저장소"라 할 수 있을까?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(주의: 공극률만으로는 부족 — 공극이 "연결"되어 있는지도 중요. W4에서 다룸)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3.3  부피가 균일한가? — 슬랩별 공극률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16 / 22</a:t>
            </a:r>
          </a:p>
        </p:txBody>
      </p:sp>
      <p:pic>
        <p:nvPicPr>
          <p:cNvPr id="6" name="Picture 5" descr="fig4_slab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589520" cy="3739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전체 평균만으로는 "위와 아래가 같은지" 모름 → 슬랩(slab)으로 나누어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81818"/>
                </a:solidFill>
                <a:latin typeface="Pretendard SemiBold"/>
              </a:rPr>
              <a:t>곡선이 평평할수록 "균일한 부피". 본 연구의 등방성(isotropy) 가정과 직결.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181818"/>
                </a:solidFill>
                <a:latin typeface="Pretendard Black"/>
              </a:rPr>
              <a:t>Sparse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4.1  Sparse Imaging — 왜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문제: micro-CT 스캔은 시간 + 비용이 비싸다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해결: 일부 슬라이스만 측정하고 나머지는 컴퓨터로 "복원"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k = 슬라이스 간격. k=3 이면 3장 중 1장만 측정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시간 절감률 = (1 − 1/k) × 100 %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k=3 → 67% 절감, k=5 → 80% 절감, k=10 → 90% 절감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핵심 질문: 측정되지 않은 슬라이스를 얼마나 정확히 복원할 수 있는가?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4.2  Sparse k=3 시각화 (연속 6장)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19 / 22</a:t>
            </a:r>
          </a:p>
        </p:txBody>
      </p:sp>
      <p:pic>
        <p:nvPicPr>
          <p:cNvPr id="6" name="Picture 5" descr="fig5_sparse_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26114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연속 z 슬라이스는 매우 비슷하지만 살짝 다르다 → 이웃 정보로 가운데를 예측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4.3  k 값에 따른 시간 절감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20 / 22</a:t>
            </a:r>
          </a:p>
        </p:txBody>
      </p:sp>
      <p:pic>
        <p:nvPicPr>
          <p:cNvPr id="6" name="Picture 5" descr="fig6_k_swee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589520" cy="3732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[해석] k가 클수록 시간 절감 크지만, 측정 슬라이스가 적어져 복원이 어려워짐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5.  단순 평균 보간 (Linear Interpolation)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두 측정 슬라이스의 "적당한 비율"로 가운데를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181818"/>
                </a:solidFill>
                <a:latin typeface="Consolas"/>
              </a:rPr>
              <a:t>predicted = (1 − α) × slice_before  +  α × slice_after</a:t>
            </a:r>
          </a:p>
        </p:txBody>
      </p:sp>
      <p:pic>
        <p:nvPicPr>
          <p:cNvPr id="8" name="Picture 7" descr="fig7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11612880" cy="28837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본 연구 가장 단순한 baseline. W2에서 정식 구현, W3 이후 deep learning으로 발전.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자기 점검 &amp; 다음 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1 — 데이터 탐색 (Intro)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자기 점검 (자신의 말로)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Voxel과 pixel의 차이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데이터의 "1"은 무엇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공극률 계산법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k=3 시간 절감률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단순 평균 보간의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W2 예고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scipy 기반 선형/Cubic 보간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복원 후 공극률 오차 측정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연구 B1, B2, B3 baseline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pip install scipy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116128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Q&amp;A — 막힌 부분이나 더 알고 싶은 부분을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