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3 · 2조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손실 함수 + HPO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Losses · Optuna HPO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6개 손실 함수 (L1·SSIM·Gradient·Porosity·SurfaceArea·S2) 효과 시각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Loss weight sweep — 어떤 조합이 어떤 결과?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Optuna multi-objective HPO 결과 Pareto front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1조: mini Optuna (3 trial, ~20분)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fig_component_waterfall (연구 결과 figure)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Losses · Optuna HPO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6개 손실 함수 ablation + Optuna multi-objective HPO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porosity_loss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sa_loss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s2_loss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run_optuna_mini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pip install pytorch-msssim optuna scikit-image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6개 손실 함수 (L1·SSIM·Gradient·Porosity·SurfaceArea·S2) 효과 시각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Loss weight sweep — 어떤 조합이 어떤 결과?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Optuna multi-objective HPO 결과 Pareto front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1조: mini Optuna (3 trial, ~20분)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fig_component_waterfall (연구 결과 figure)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W4: 다른 아키텍처 비교 (SwinUNet vs UNetG vs 3D UNet)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