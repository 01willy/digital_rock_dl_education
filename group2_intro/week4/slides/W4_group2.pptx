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4 · 2조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다른 아키텍처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UNet vs SwinUNet vs 3D UNet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UNetG (CNN) vs SwinUNet (Transformer) vs 3D UNet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Pre-trained 3개 ckpt 로드 + 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파라미터·학습시간·정확도 trade-off 정량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1조: 모델 swap 실험, 2조: 결과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fig_supp_swinunet (연구 결과 figure)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vs SwinUNet vs 3D UNet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같은 sparse 보간을 3개 모델로 풀어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SwinUNetMini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UNet3DMini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model_zoo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benchmark_models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Pre-trained 3 ckpt 다운로드 (config 안내 따라)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UNetG (CNN) vs SwinUNet (Transformer) vs 3D UNet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Pre-trained 3개 ckpt 로드 + 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파라미터·학습시간·정확도 trade-off 정량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1조: 모델 swap 실험, 2조: 결과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fig_supp_swinunet (연구 결과 figure)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W5: Tri-axis aggregation (본 연구 핵심)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W4 — 다른 아키텍처 비교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