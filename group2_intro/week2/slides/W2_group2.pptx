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2  ·  2조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Deep Learning 입문 — UNet · pix2pix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슬라이스 보간을 학습 가능한 함수로 정식화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UNet 구조의 핵심을 코드로 따라가며 이해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pix2pix 흐름 — 조건부 image-to-image 학습 개요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mini UNet (~30K params)을 본인 노트북에서 직접 학습 (약 10분)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곡선으로 학습 진행 판단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W1 Linear baseline 대비 + 다른 도메인 일반화 평가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UNet · pix2pix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Encoder (수축 경로)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 + MaxPool 반복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영상이 작아지며 특징 추상화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높은 수준의 표현 추출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Decoder (확장 경로)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ConvTranspose로 해상도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Skip-connection으로 detail 복구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픽셀 단위 출력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11155680" cy="9144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Skip-connection이 UNet의 핵심 — Encoder의 detail을 Decoder로 직접 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mini UNet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(2, H, W) — [slice_before, slice_after]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(1, H, W) — predicted middle slice (sigmoid)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깊이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Encoder · Decoder 각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각 단계마다 encoder → decoder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파라미터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base=8 → ~29K · base=16 → ~117K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학습 시간 (CPU)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fast 10분 / standard 30분 / full 60분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SliceDataset — sparse triplet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한 sample = (input 2채널, target 1채널)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input = [slice_before, slice_after] — sparse 측정에서 얻은 앞·뒤 슬라이스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target = slice_middle — 가운데 슬라이스 GT (학습 시에만 사용)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patch_size=64 random crop으로 학습 가속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augment=True — flip 증강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옵션 (PRESET)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Time (CPU)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~10분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~29K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~30분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~117K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54880"/>
            <a:ext cx="11155680" cy="82296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2조는 fast (~10분) 권장 — 90분 세션 내 학습 완료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루프 — 한 epoch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for batch in DataLoader: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optimizer.zero_grad()      # 그래디언트 초기화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pred = model(input)        # forward pass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loss = L1(pred, target)    # 손실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loss.backward()            # gradient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optimizer.step()           # 가중치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SemiBold"/>
              </a:rPr>
              <a:t>epoch 단위로 위 루프를 반복. loss가 감소하면 학습 진행 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평가 — W1 baseline 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후 BB 부피의 누락 슬라이스를 모델로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|Δφ| · SSIM 을 W1 baseline과 직접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세 도메인(BB·CG·Parker) 평가 → 일반화 능력 검토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1 — fast / standard preset 가성비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2 — 세 도메인 cross-domain 평가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3 — K=3 / 5 / 7 평가 안정성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4 — Learning rate 실험 (1e-4 / 5e-3)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15568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Medium"/>
              </a:rPr>
              <a:t>자세한 안내는 handout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본 연구 모델의 예측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본 연구 모델: 한 번의 예측마다 가운데 슬라이스 1장 출력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입력 = 예측 위치 기준 6개 측정 슬라이스 (z±3, z±9, z±15)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시나리오: k=2 정규 측정 (짝수 측정 / 홀수 예측)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z=4·7 측정 상태에서 z=5·6을 모두 복원하려면 모델을 두 번 호출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분포 밖의 불규칙 측정 패턴은 정확도가 떨어질 수 있음 — W6에서 다룸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주차 예고 — W3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적대적 학습 — pix2pix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L1 손실만으로는 흐릿한 복원이 한계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pix2pix + patch discriminator → 조건부 GAN 학습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학습 안정화 · loss weight 균형 · 평가 metric 확장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질문 · 토론 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