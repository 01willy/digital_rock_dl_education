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2 · 1조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Deep Learning 입문 — mini UNet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UNet 구조 · SliceDataset · 학습 · baseline 능가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W1 baseline 의 한계를 명확히 (k가 클수록 |Δφ| 악화)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2D UNet 아키텍처 핵심 — encoder/decoder/skip-connection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SliceDataset 으로 sparse triplet 학습 데이터 구성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mini UNet (~30K~120K params) 학생 노트북에서 직접 학습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W1 baseline 대비 |Δφ|·SSIM 개선 직접 측정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학습 시간 옵션: 10/30/60분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Encoder (수축)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 + MaxPool 반복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영상이 작아지며 추상화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"높은 수준 특징" 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Decoder (확장)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ConvTranspose 로 해상도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Skip-connection 으로 detail 복구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"픽셀 단위 출력"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★ Skip-connection = UNet 의 핵심. detail 보존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본 mini UNet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(2, H, W) — [slice_before, slice_after]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(1, H, W) — predicted middle slice (sigmoid)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Encoder/Decoder 각 3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91839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각 단계마다 encoder→decoder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파라미터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93192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base=8 → 29K  /  base=16 → 117K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학습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72000"/>
            <a:ext cx="8686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CPU 10분 (fast) ~ 60분 (full)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SliceDataset — sparse triplet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한 sample = (input 2채널, target 1채널)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input = [slice_before, slice_after] — sparse에서 측정한 "앞·뒤" 슬라이스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target = slice_middle — 가운데 슬라이스 (정답 GT)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학습 = "input 으로부터 target을 예측하는 함수 학습"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patch_size=64 random crop — 학습 속도 16배 ↑ (256² → 64²)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augment=True — flip 증강으로 데이터 양 늘림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PRESET 옵션 — 학습 시간 vs 품질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Black"/>
              </a:rPr>
              <a:t>Preset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716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Black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Black"/>
              </a:rPr>
              <a:t>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Black"/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Black"/>
              </a:rP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37160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Black"/>
              </a:rPr>
              <a:t>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01168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base=8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~10 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29K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01168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작동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~30 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117K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65176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의미있는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full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~60 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117K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291840"/>
            <a:ext cx="1828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baseline 명확히 능가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루프 — 한 epoch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Consolas"/>
              </a:rPr>
              <a:t>for batch in DataLoader: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Consolas"/>
              </a:rPr>
              <a:t>    optimizer.zero_grad()           ← 그래디언트 초기화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Consolas"/>
              </a:rPr>
              <a:t>    pred = model(input)             ← forward pass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Consolas"/>
              </a:rPr>
              <a:t>    loss = L1(pred, target)         ← 손실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Consolas"/>
              </a:rPr>
              <a:t>    loss.backward()                 ← gradient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Consolas"/>
              </a:rPr>
              <a:t>    optimizer.step()                ← 가중치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★ epoch 단위로 위 루프 반복. loss 가 줄어들면 학습 진행 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평가 — W1 baseline 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학습 후 전체 BB 부피의 모든 누락 슬라이스를 모델로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|Δφ| (공극률 오차) vs B1 Linear |Δφ| — 얼마나 작아졌나?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SSIM (구조 유사도) vs B1 SSIM — 얼마나 커졌나?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4 도메인 (BB·CG·Bentheimer·Parker) 에서도 평가 → cross-domain 일반화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[Try-it!] 박스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① PRESET fast / standard 비교 — 시간 vs 품질 trade-off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② sparse k=3 / 5 / 7 → 어려운 k에서 UNet vs baseline 차이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9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900" b="0">
                <a:solidFill>
                  <a:srgbClr val="181818"/>
                </a:solidFill>
                <a:latin typeface="Pretendard SemiBold"/>
              </a:rPr>
              <a:t>③ Cross-domain — BB 학습 모델을 CG/Parker 에 평가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 (handout 4번 참고)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필수1: fast/standard 결과 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필수2: 4 도메인 cross-domain 표 + 가설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선택3: L1 vs L2 loss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선택4: lr {1e-4, 5e-4, 1e-3, 5e-3} sweep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자기 점검 &amp; W3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자기 점검 5문항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Skip-connection 의 역할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patch_size 효과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본인 모델 |Δφ| vs baseline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학습 곡선 모양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cross-domain 결과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W3 — 손실 함수 + HPO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L1·SSIM·Porosity·SA·S2 6개 손실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Loss weight 가 결과에 미치는 효과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Optuna multi-objective HPO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pip install pytorch-msssim optuna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— DL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81818"/>
                </a:solidFill>
                <a:latin typeface="Pretendard ExtraBold"/>
              </a:rPr>
              <a:t>오늘 막혔던 부분 /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