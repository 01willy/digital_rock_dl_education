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Week 2 · 2조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Deep Learning 입문 — mini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UNet 구조 · SliceDataset · 학습 · baseline 능가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이번 주가 끝나면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W1 baseline 의 한계를 명확히 (k가 클수록 |Δφ| 악화)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2D UNet 아키텍처 핵심 — encoder/decoder/skip-connection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SliceDataset 으로 sparse triplet 학습 데이터 구성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mini UNet (~30K params) 학생 노트북에서 직접 학습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W1 baseline 대비 |Δφ|·SSIM 개선 직접 측정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29200"/>
            <a:ext cx="10698480" cy="109728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학습 시간 옵션: 10분 (fast 권장)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UNet 한눈에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Encoder (수축)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Conv + MaxPool 반복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영상이 작아지며 추상화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"높은 수준 특징" 추출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Decoder (확장)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ConvTranspose 로 해상도 복원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Skip-connection 으로 detail 복구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"픽셀 단위 출력"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212080"/>
            <a:ext cx="10698480" cy="91440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★ Skip-connection = UNet 의 핵심. detail 보존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본 mini UNet 사양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71600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(2, H, W) — [slice_before, slice_after]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출력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(1, H, W) — predicted middle slice (sigmoid)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깊이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651760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Encoder/Decoder 각 3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39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291839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각 단계마다 encoder→decoder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931920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base=8 → 29K  /  base=16 → 117K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학습 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572000"/>
            <a:ext cx="8686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CPU 10분 (fast) ~ 60분 (full)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SliceDataset — sparse triplet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한 sample = (input 2채널, target 1채널)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input = [slice_before, slice_after] — sparse에서 측정한 "앞·뒤" 슬라이스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target = slice_middle — 가운데 슬라이스 (정답 GT)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학습 = "input 으로부터 target을 예측하는 함수 학습"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patch_size=64 random crop — 학습 속도 16배 ↑ (256² → 64²)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augment=True — flip 증강으로 데이터 양 늘림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PRESET 옵션 — 학습 시간 vs 품질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Black"/>
              </a:rPr>
              <a:t>Preset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37160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Black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37160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Black"/>
              </a:rPr>
              <a:t>Epochs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Black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37160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Black"/>
              </a:rPr>
              <a:t>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137160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Black"/>
              </a:rPr>
              <a:t>목적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fast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01168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base=8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01168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1168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~10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29K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01168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작동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base=16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~30 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117K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의미있는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9184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full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29184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base=16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29184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9184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~60 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29184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117K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291840"/>
            <a:ext cx="1828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81818"/>
                </a:solidFill>
                <a:latin typeface="Pretendard SemiBold"/>
              </a:rPr>
              <a:t>baseline 명확히 능가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572000"/>
            <a:ext cx="10698480" cy="82296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★ 2조는 fast 권장 — 90분 세션에서 학습 완료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학습 루프 — 한 epoch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Consolas"/>
              </a:rPr>
              <a:t>for batch in DataLoader: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Consolas"/>
              </a:rPr>
              <a:t>    optimizer.zero_grad()           ← 그래디언트 초기화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Consolas"/>
              </a:rPr>
              <a:t>    pred = model(input)             ← forward pass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Consolas"/>
              </a:rPr>
              <a:t>    loss = L1(pred, target)         ← 손실 계산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Consolas"/>
              </a:rPr>
              <a:t>    loss.backward()                 ← gradient 계산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Consolas"/>
              </a:rPr>
              <a:t>    optimizer.step()                ← 가중치 갱신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★ epoch 단위로 위 루프 반복. loss 가 줄어들면 학습 진행 중.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평가 — W1 baseline 대비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학습 후 전체 BB 부피의 누락 슬라이스를 모델로 복원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|Δφ|·SSIM 을 W1 baseline 결과와 직접 비교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3 도메인 (BB·CG·Parker) 에서도 평가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"이 모델이 새로운 도메인에도 잘 작동하나?" = cross-domain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[Try-it!] 박스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① fast 학습 → 결과 확인 (필수)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② standard 학습으로 변경 → 시간/품질 차이 (선택)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③ 다른 도메인 평가 — 어디서 일반화가 잘 되나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탐구 과제 (handout 4번 참고)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필수1: fast/standard 결과 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필수2: 3 도메인 cross-domain 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선택3: K=3, 5, 7 평가 비교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선택4: lr 변경 실험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자기 점검 &amp; W3 예고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자기 점검 5문항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Skip-connection 의 역할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patch_size 효과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본인 모델 |Δφ| vs baseline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학습 곡선 모양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cross-domain 결과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28016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W3 — 손실 함수 + HPO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L1·SSIM·Porosity·SA·S2 6개 손실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Loss weight 가 결과에 미치는 효과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Optuna multi-objective HPO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pip install pytorch-msssim optuna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Q &amp; 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W2 — DL 입문 · 2조 Intro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181818"/>
                </a:solidFill>
                <a:latin typeface="Pretendard ExtraBold"/>
              </a:rPr>
              <a:t>오늘 막혔던 부분 / 더 깊이 알고 싶은 부분 자유롭게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