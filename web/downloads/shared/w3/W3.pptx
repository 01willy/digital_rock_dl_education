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DIGITAL ROCK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적대적 학습 — pix2pix 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두 신경망의 경쟁으로 "그럴듯한 평균" 대신 "진짜 같은 구조"를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181818"/>
                </a:solidFill>
                <a:latin typeface="Pretendard Black"/>
              </a:rPr>
              <a:t>문제 — L1은 왜 뿌옇나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평균의 함정 — L1은 "평균"을 고른다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14</a:t>
            </a:r>
          </a:p>
        </p:txBody>
      </p:sp>
      <p:pic>
        <p:nvPicPr>
          <p:cNvPr id="6" name="Picture 5" descr="W3_averag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20016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정답이 여럿일 때(A일 수도 B일 수도) L1 최적해 = 픽셀별 평균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평균 = 회색 → 어느 쪽도 아닌 흐릿한 값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수식: argmin E|y−ŷ| = median(y)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진짜 암석엔 없는 "회색"을 만든다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threshold 전 출력을 보면 흐림이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14</a:t>
            </a:r>
          </a:p>
        </p:txBody>
      </p:sp>
      <p:pic>
        <p:nvPicPr>
          <p:cNvPr id="6" name="Picture 5" descr="W3_continuou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326880" cy="59897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035040"/>
            <a:ext cx="932688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k=5(이웃 먼 어려운 보간)에서 L1은 경계가 회색, GAN은 계단처럼 확신 — 학생 mini 모델 실제 출력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181818"/>
                </a:solidFill>
                <a:latin typeface="Pretendard Black"/>
              </a:rPr>
              <a:t>GAN의 아이디어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위조지폐범 ↔ 감별사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Generator (생성자)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= 위조지폐범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진짜 같은 슬라이스를 만든다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본 과제: W2의 UNet 그대로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학습 후에도 이것만 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Discriminator (판별자)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= 감별사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"진짜 암석 단면인가?" 판정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새로 만드는 작은 CNN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학습 끝나면 버린다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SemiBold"/>
              </a:rPr>
              <a:t>경쟁(arms race)이 곧 학습 — 위조범이 정교해지면 감별사도 예리해지고, 다시 위조범이 정교해진다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hinge 손실 — "확실히 맞히면 벌점 0"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14</a:t>
            </a:r>
          </a:p>
        </p:txBody>
      </p:sp>
      <p:pic>
        <p:nvPicPr>
          <p:cNvPr id="6" name="Picture 5" descr="W3_hing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949440" cy="24304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D 손실 = max(0, 1−D(real)) + max(0, 1+D(fake))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진짜는 ≥+1, 가짜는 ≤−1 이면 벌점 0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G 적대적 손실 = −D(fake)  (판별자를 속임)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애매한 구간에서만 벌점 → 경계를 넉넉히 벌려 안정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181818"/>
                </a:solidFill>
                <a:latin typeface="Pretendard Black"/>
              </a:rPr>
              <a:t>우리 문제에 맞추기 — pix2pix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세 가지 장치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조건부(conditional) — 판별자가 이웃 슬라이스도 함께 본다 → "사실적이면서 이웃과 일관"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PatchGAN — 이미지를 조각(patch)마다 진짜/가짜로 판정 → 국소 텍스처·경계에 집중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Spectral normalization — 판별자의 힘(Lipschitz)에 상한 → 독주를 막아 안정화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3A5F"/>
                </a:solidFill>
                <a:latin typeface="Pretendard SemiBold"/>
              </a:rPr>
              <a:t>총 손실 = w₁·L1 (정확도) + wₛ·SSIM (구조) + λ·adversarial (사실감) · λ≈0.1 (양념은 적게)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불안정한 줄다리기 길들이기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무너지는 신호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D 독주 (D_loss→0, G 못 배움)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진동/발산 (손실 흔들림·NaN)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mode collapse (한 가지만 반복)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안정화 레시피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warmup (초반 재구성만, λ=0)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작은 λ + decay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spectral norm · 균형 lr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D/G 손실 곡선 모니터링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학습이 진행되며 흐림이 걷힌다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14</a:t>
            </a:r>
          </a:p>
        </p:txBody>
      </p:sp>
      <p:pic>
        <p:nvPicPr>
          <p:cNvPr id="6" name="Picture 5" descr="W3_progression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2877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SemiBold"/>
              </a:rPr>
              <a:t>warmup(회색) → GAN이 켜진 뒤 경계가 또렷 · 학생 mini 모델 실제 학습 스냅샷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GAN은 구조를 복원해 물성까지 개선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14</a:t>
            </a:r>
          </a:p>
        </p:txBody>
      </p:sp>
      <p:pic>
        <p:nvPicPr>
          <p:cNvPr id="6" name="Picture 5" descr="W3_transi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498079" cy="40644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볼륨 |Δφ|: 선형 3.10 → UNet 0.30 → GAN 0.19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GAN이 흐림 없애 구조를 사실적으로 복원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→ |Δφ|와 투과율·S2 물성 함께 개선 (연구 핵심)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그래도 |Δφ| 하나론 부족: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  같은 |Δφ|라도 연결성 다르면 투과율 다름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→ 물리 지표로 평가 (S2·투과율, W5)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코드로 직접 — 두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6583680" cy="237744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583680" cy="2377440"/>
          </a:xfrm>
          <a:prstGeom prst="rect">
            <a:avLst/>
          </a:prstGeom>
          <a:noFill/>
        </p:spPr>
        <p:txBody>
          <a:bodyPr wrap="square" lIns="137160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 b="0">
                <a:solidFill>
                  <a:srgbClr val="181818"/>
                </a:solidFill>
                <a:latin typeface="Consolas"/>
              </a:rPr>
              <a:t># 경로① 처음부터</a:t>
            </a:r>
          </a:p>
          <a:p>
            <a:pPr>
              <a:lnSpc>
                <a:spcPct val="120000"/>
              </a:lnSpc>
            </a:pPr>
            <a:r>
              <a:rPr sz="1500" b="0">
                <a:solidFill>
                  <a:srgbClr val="181818"/>
                </a:solidFill>
                <a:latin typeface="Consolas"/>
              </a:rPr>
              <a:t>G,D,h = train_gan(bb, k=5, lambda_gan=0.1)</a:t>
            </a:r>
          </a:p>
          <a:p>
            <a:pPr>
              <a:lnSpc>
                <a:spcPct val="120000"/>
              </a:lnSpc>
            </a:pPr>
            <a:r>
              <a:rPr sz="1500" b="0">
                <a:solidFill>
                  <a:srgbClr val="181818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1500" b="0">
                <a:solidFill>
                  <a:srgbClr val="181818"/>
                </a:solidFill>
                <a:latin typeface="Consolas"/>
              </a:rPr>
              <a:t># 경로② W2 이어받아 미세조정</a:t>
            </a:r>
          </a:p>
          <a:p>
            <a:pPr>
              <a:lnSpc>
                <a:spcPct val="120000"/>
              </a:lnSpc>
            </a:pPr>
            <a:r>
              <a:rPr sz="1500" b="0">
                <a:solidFill>
                  <a:srgbClr val="181818"/>
                </a:solidFill>
                <a:latin typeface="Consolas"/>
              </a:rPr>
              <a:t>G0,_ = load_ckpt('unet_mini_fast.pth')</a:t>
            </a:r>
          </a:p>
          <a:p>
            <a:pPr>
              <a:lnSpc>
                <a:spcPct val="120000"/>
              </a:lnSpc>
            </a:pPr>
            <a:r>
              <a:rPr sz="1500" b="0">
                <a:solidFill>
                  <a:srgbClr val="181818"/>
                </a:solidFill>
                <a:latin typeface="Consolas"/>
              </a:rPr>
              <a:t>G,D,h = train_gan(bb, generator=G0, lambda_gan=0.1)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PatchDiscriminatorMini · train_gan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d_hinge_loss / g_hinge_loss · ssim_loss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predict_continuous (연속 출력)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warmup·λ·spectral norm 내장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정리 · 탐구 과제 · 다음 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핵심: L1은 평균의 함정으로 흐림 → GAN이 사실적 구조 회복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"좋은 숫자 ≠ 좋은 복원" — 지표가 전부를 담지 못한다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과제 1(필수) GAN 있음/없음 경계 비교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과제 2(필수) λ sweep 선명도↔|Δφ| trade-off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과제 3·4(선택) 안정화 실험 · "숫자는 비슷, 구조는 다름" 사례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다음 주 W4 — 다른 아키텍처 (Transformer · 3D). GAN 체크포인트 보존.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