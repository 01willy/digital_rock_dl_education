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DIGITAL ROCK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적대적 학습 · pix2pix 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두 신경망을 경쟁시켜 복원의 흐림을 걷어냅니다. 원리·수식부터 투과율 검증까지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여기까지 왔고, 하나가 남았다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W1 → W2 성과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선형 보간 |Δφ| 6.87%p (k=1)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mini UNet + L1: 0.47%p, 14배 개선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pore 기하를 데이터에서 학습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남은 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이진화 전 출력이 흐리다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경계마다 0과 1 사이 회색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진짜 암석에는 없는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왜 회색이 생기고, 왜 문제이며, 어떻게 없애는가. 오늘은 이게 전부다.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§1 픽셀 하나로 계산하는 흐림의 근원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정답이 절반 확률로 0(고체) 또는 1(공극)인 픽셀 하나를 생각한다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L2 기대손실: ŷ=0.5(회색)가 유일한 최소, 회색을 보상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L1 기대손실: 0~1 어디든 0.5로 동일, 회색을 벌하지 않음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결론: 픽셀 단위 손실은 "확신하라"는 압력을 못 만든다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8229600" cy="12801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8229600" cy="1280160"/>
          </a:xfrm>
          <a:prstGeom prst="rect">
            <a:avLst/>
          </a:prstGeom>
          <a:noFill/>
        </p:spPr>
        <p:txBody>
          <a:bodyPr wrap="square" lIns="137160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E[(y-yh)^2] = 0.5*yh^2 + 0.5*(1-yh)^2  -&gt;  min at yh=0.5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E[|y-yh|]   = 0.5  (0&lt;=yh&lt;=1 어디서나 동일)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정답이 여럿이면 손실은 "평균"을 고릅니다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17</a:t>
            </a:r>
          </a:p>
        </p:txBody>
      </p:sp>
      <p:pic>
        <p:nvPicPr>
          <p:cNvPr id="6" name="Picture 5" descr="W3_average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22648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82880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pore가 A일 수도 B일 수도 있으면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손실 최적해 = 둘을 겹친 회색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진짜 암석에 없는 이미지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필요한 압력: "하나를 확신 있게"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실측: 이진화 전 출력의 회색 번짐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17</a:t>
            </a:r>
          </a:p>
        </p:txBody>
      </p:sp>
      <p:pic>
        <p:nvPicPr>
          <p:cNvPr id="6" name="Picture 5" descr="W3_continuous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60485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6035040"/>
            <a:ext cx="9418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k=5 조건의 mini 모델. 정답은 0↔1 계단, L1 모델은 완만한 경사(회색 14%, GAN 5%).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§2 GAN, 그림을 심사하는 두 번째 신경망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Generator (생성자)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위조범: 그럴듯하게 만든다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W2의 mini UNet 그대로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판별자를 속이는 방향으로 학습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Discriminator (판별자)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감별사: 진짜인지 심사한다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새로 만드는 작은 CNN (~168K)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학습이 끝나면 배포에서 제외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진짜 단면에 회색 경계는 없다 → 회색을 내면 들킨다 → 생성자는 확신 있는 구조를 배운다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min-max 게임과 hinge 손실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17</a:t>
            </a:r>
          </a:p>
        </p:txBody>
      </p:sp>
      <p:pic>
        <p:nvPicPr>
          <p:cNvPr id="6" name="Picture 5" descr="W3_hing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26223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8288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D: 진짜 ≥ +1, 가짜 ≤ −1 로 여유 있게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이미 확실한 표본은 벌점 0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G 손실 = −D(G(x)), 점수를 올리는 방향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log 원식보다 gradient가 안정적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한 배치, 두 번의 갱신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7772400" cy="246888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7772400" cy="2468880"/>
          </a:xfrm>
          <a:prstGeom prst="rect">
            <a:avLst/>
          </a:prstGeom>
          <a:noFill/>
        </p:spPr>
        <p:txBody>
          <a:bodyPr wrap="square" lIns="137160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# STEP A - 판별자 (G는 detach로 보호)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d_loss = d_hinge_loss(D, cond, y, G(x).detach())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d_loss.backward(); opt_D.step()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# STEP B - 생성자 (D는 고정)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g_loss = w1*L1 + ws*SSIM + lam*g_hinge_loss(D, cond, G(x))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g_loss.backward(); opt_G.step()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3736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W2의 4박자 루프가 두 벌로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옵티마이저도 두 개 (opt_D · opt_G)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항상 상대의 최신판과 대결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실측: 학습된 판별자가 보는 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17</a:t>
            </a:r>
          </a:p>
        </p:txBody>
      </p:sp>
      <p:pic>
        <p:nvPicPr>
          <p:cNvPr id="6" name="Picture 5" descr="W3_discriminator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280160"/>
            <a:ext cx="8321040" cy="4992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0240" y="6217920"/>
            <a:ext cx="83210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SemiBold"/>
              </a:rPr>
              <a:t>진짜 +0.30 · 흐린 L1 출력 −5.09 (강하게 거부) · GAN 출력 −0.59 (중립 근처)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§3 우리 문제에 맞추는 세 장치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① 조건부: 판별자도 이웃(문제지)을 본다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② PatchGAN: 조각마다 점수 (15×15 점수 map)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③ spectral norm: 판별자 힘에 상한, 독주 차단</a:t>
            </a:r>
          </a:p>
        </p:txBody>
      </p:sp>
      <p:pic>
        <p:nvPicPr>
          <p:cNvPr id="7" name="Picture 6" descr="W3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7223760" cy="31714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572000"/>
            <a:ext cx="420624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3A5F"/>
                </a:solidFill>
                <a:latin typeface="Pretendard SemiBold"/>
              </a:rPr>
              <a:t>L_G = 1.0·L1 + 0.3·SSIM + λ·adversarial,  λ ≈ 0.1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§4 줄다리기를 무너지지 않게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실패 신호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D 손실 → 0 고착 (독주, G에 gradient 없음)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손실 진동·NaN 발산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mode collapse: 한 답만 반복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안정화 레시피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warmup: 초반 λ=0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작은 λ(≈0.1) + 후반 감쇠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spectral norm · 균형 lr(2e-4)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곡선 모니터링 · detach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실측: 균형 잡힌 줄다리기의 곡선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17</a:t>
            </a:r>
          </a:p>
        </p:txBody>
      </p:sp>
      <p:pic>
        <p:nvPicPr>
          <p:cNvPr id="6" name="Picture 5" descr="W3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10515600" cy="40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GAN 시작 후에도 재구성 손실은 계속 하강, D 손실은 0에 붙지 않고 0.4 근처까지만 내려갑니다.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검증 1: 차이가 큰 곳을 짚어서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13 / 17</a:t>
            </a:r>
          </a:p>
        </p:txBody>
      </p:sp>
      <p:pic>
        <p:nvPicPr>
          <p:cNvPr id="6" name="Picture 5" descr="W3_gan_zoom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280160"/>
            <a:ext cx="7772400" cy="5492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94560" y="6217920"/>
            <a:ext cx="7772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가운데 원: GAN 없음은 pore를 끊어 가짜 solid 섬(오류 140px), GAN은 정답과 거의 동일(3px).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검증 2·3: 공극률과 구조 통계 S2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14 / 17</a:t>
            </a:r>
          </a:p>
        </p:txBody>
      </p:sp>
      <p:pic>
        <p:nvPicPr>
          <p:cNvPr id="6" name="Picture 5" descr="W3_s2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427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82880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볼륨 |Δφ|: 선형 3.10 → UNet 0.30 → GAN 0.19 %p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S2 평균 편차: GAN 5.5e-4 (GT 최근접)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선형 대비 약 37배(단 UNet과는 근소)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결정적 차이는 흐름 물리에서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검증 4: 투과율 (LBM, 8개 도메인)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15 / 17</a:t>
            </a:r>
          </a:p>
        </p:txBody>
      </p:sp>
      <p:pic>
        <p:nvPicPr>
          <p:cNvPr id="6" name="Picture 5" descr="W3_lbm_perme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881360" cy="45514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8도메인 평균: 선형 14.2% → UNet+GAN 6.3% 오차. 세 축 통합(W5)까지 더하면 1.3%.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평가의 교훈: 지표의 사다리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1단 공극률 |Δφ|: 부피 비율, 배치·연결은 못 봄 (GAN 이득 있음)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2단 S2 상관: 구조의 통계, 배치가 다르면 갈림 (GAN 최근접)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3단 투과율: 흐름의 물리, 연결성이 전부 (GAN 가장 뚜렷, 14.2→6.3%)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복원 품질은 숫자 하나로 판단하지 않는다. 용도가 요구하는 지표까지 올라가 검증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정리 · 실습 · 다음 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흐림은 픽셀 손실의 수학적 귀결이고, 판별자와의 경쟁이 "회색 벌점"을 만든다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실습: train_gan( ) 한 함수로 두 경로, 처음부터 또는 W2 체크포인트 이어받기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과제(필수): ① GAN 유무 비교 서술  ② λ sweep으로 선명도 ↔ |Δφ| 곡선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과제(선택): ③ warmup·spectral norm 안정성 실험  ④ "숫자는 비슷, 구조는 다른" 사례 찾기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다음 주 W4: Transformer · 3D 아키텍처와 정면 비교. 체크포인트 보존!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