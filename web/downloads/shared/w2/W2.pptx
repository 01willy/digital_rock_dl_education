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0584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0">
                <a:solidFill>
                  <a:srgbClr val="181818"/>
                </a:solidFill>
                <a:latin typeface="Pretendard Black"/>
              </a:rPr>
              <a:t>Deep Learning 입문 — UNet · pix2pix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7A7A7A"/>
                </a:solidFill>
                <a:latin typeface="Pretendard SemiBold"/>
              </a:rPr>
              <a:t>슬라이스 보간을 학습 가능한 함수로 정식화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7A7A7A"/>
                </a:solidFill>
                <a:latin typeface="Pretendard Medium"/>
              </a:rPr>
              <a:t>Digital Rock — Sparse Slice Interpolation · 6주 학생 코스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이번 주 학습 목표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· DL 입문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UNet의 encoder/decoder/skip-connection 구조 분석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pix2pix — 조건부 image-to-image 학습의 구조적 핵심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SliceDataset — 이웃 입력 (t±k → 가운데 t) 데이터 구성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mini UNet (~30K–120K params) 학습 + 평가 지표 해석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W1 Linear baseline 대비 정량 비교 + cross-domain 일반화 평가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UNet · pix2pix 한눈에 보기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· DL 입문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3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Encoder (수축 경로)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Conv + MaxPool 반복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영상이 작아지며 특징 추상화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높은 수준의 표현 추출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Decoder (확장 경로)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ConvTranspose로 해상도 복원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Skip-connection으로 detail 복구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픽셀 단위 출력 생성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212080"/>
            <a:ext cx="11430000" cy="914400"/>
          </a:xfrm>
          <a:prstGeom prst="roundRect">
            <a:avLst/>
          </a:prstGeom>
          <a:solidFill>
            <a:srgbClr val="F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5440680"/>
            <a:ext cx="110642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Skip-connection이 UNet의 핵심 — Encoder의 detail을 Decoder로 직접 전달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mini UNet 사양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· DL 입문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4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입력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371600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(2, H, W) — [slice_before, slice_after]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출력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011680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(1, H, W) — predicted middle slice (sigmoid)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깊이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651760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Encoder · Decoder 각 3단계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91839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Skip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291839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각 단계마다 encoder → decoder 연결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파라미터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931920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base=8 → ~29K · base=16 → ~117K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7200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학습 시간 (CPU)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572000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fast 10분 / standard 30분 / full 60분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SliceDataset — 이웃 입력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· DL 입문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5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1430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한 sample = (input 2채널, target 1채널)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1430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input = [vol[t−k], vol[t+k]] — 양옆 이웃 슬라이스 t±k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target = vol[t] — 가운데 슬라이스 t (학습 시에만 정답으로 사용)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patch_size=64 random crop으로 학습 가속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augment=True — flip 증강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학습 옵션 (PRESET)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· DL 입문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6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A851B"/>
                </a:solidFill>
                <a:latin typeface="Pretendard Black"/>
              </a:rPr>
              <a:t>Preset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55448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A851B"/>
                </a:solidFill>
                <a:latin typeface="Pretendard Black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55448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A851B"/>
                </a:solidFill>
                <a:latin typeface="Pretendard Black"/>
              </a:rPr>
              <a:t>Epochs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55448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A851B"/>
                </a:solidFill>
                <a:latin typeface="Pretendard Black"/>
              </a:rPr>
              <a:t>Time (CPU)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0" y="155448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A851B"/>
                </a:solidFill>
                <a:latin typeface="Pretendard Black"/>
              </a:rPr>
              <a:t>Params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8600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fast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28600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base=8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28600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228600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~10분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228600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~29K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92608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standard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92608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base=16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92608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292608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~30분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292608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~117K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56616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full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56616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base=16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356616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356616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~60분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356616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~117K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학습 루프 — 한 epoch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· DL 입문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7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Consolas"/>
              </a:rPr>
              <a:t>for batch in DataLoader: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Consolas"/>
              </a:rPr>
              <a:t>    optimizer.zero_grad()      # 그래디언트 초기화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Consolas"/>
              </a:rPr>
              <a:t>    pred = model(input)        # forward pass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Consolas"/>
              </a:rPr>
              <a:t>    loss = L1(pred, target)    # 손실 계산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Consolas"/>
              </a:rPr>
              <a:t>    loss.backward()            # gradient 계산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Consolas"/>
              </a:rPr>
              <a:t>    optimizer.step()           # 가중치 갱신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949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A851B"/>
                </a:solidFill>
                <a:latin typeface="Pretendard SemiBold"/>
              </a:rPr>
              <a:t>epoch 단위로 위 루프를 반복. loss가 감소하면 학습 진행 중.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평가 — W1 baseline 대비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· DL 입문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8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1430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학습 후 각 슬라이스를 양옆 이웃 t±k 에서 모델로 예측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|Δφ| · SSIM을 W1 Linear baseline 결과와 비교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네 도메인(BB·CG·Bentheimer·Parker) 평가 → cross-domain 일반화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학습 곡선·평가 표·시각 비교를 종합 분석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탐구 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· DL 입문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9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1430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필수 1 — fast / standard preset 비교 (시간 · 파라미터 · |Δφ| · SSIM + 학습 곡선)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필수 2 — Cross-domain 일반화 평가 (4개 도메인)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선택 3 — L1 vs L2 loss 비교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선택 4 — Learning rate sensitivity (1e-4 ~ 5e-3 sweep)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486400"/>
            <a:ext cx="11430000" cy="731520"/>
          </a:xfrm>
          <a:prstGeom prst="roundRect">
            <a:avLst/>
          </a:prstGeom>
          <a:solidFill>
            <a:srgbClr val="F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5669280"/>
            <a:ext cx="110642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181818"/>
                </a:solidFill>
                <a:latin typeface="Pretendard Medium"/>
              </a:rPr>
              <a:t>자세한 안내는 handout 참조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모델의 예측 범위와 한계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· DL 입문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10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한 번의 예측 = 양옆 이웃 [t−k, t+k] → 가운데 슬라이스 t 1장 출력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입력 채널은 2개 (t−k, t+k) — 가장 단순한 양옆 이웃 구성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이웃 거리 k=1 로 학습 — k 가 커지면(이웃이 멀어지면) 정확도 저하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이웃 거리별 한계는 §6.5-C 에서 k=1·2·3·5 로 직접 재현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학습 도메인 밖(다른 암석)에서는 일반화가 깨질 수 있음 — W6 cross-domain에서 다룸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다음 주차 예고 — W3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· DL 입문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EA851B"/>
                </a:solidFill>
                <a:latin typeface="Pretendard ExtraBold"/>
              </a:rPr>
              <a:t>적대적 학습 — pix2pix GAN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L1 손실만으로는 흐릿한 복원이 한계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pix2pix + patch discriminator → 조건부 GAN 학습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학습 안정화 · loss weight 균형 · 평가 metric 확장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Q &amp; 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· DL 입문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0">
                <a:solidFill>
                  <a:srgbClr val="181818"/>
                </a:solidFill>
                <a:latin typeface="Pretendard ExtraBold"/>
              </a:rPr>
              <a:t>질문 · 토론 환영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