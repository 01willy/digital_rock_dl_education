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데이터 탐색 + Classical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Voxel · 전처리 · sparse imaging · Linear / Cubic 보간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데이터 탐색 + Classical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Deep Learning 입문 — UNet · pix2pix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적대적 학습 — pix2pix 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다른 아키텍처 비교 — Transformer ·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한계 극복 기법 — tri-axis · multi-k · 증강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Cross-domain 분석 — Zero-shot · Fine-tune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256³ binary 부피의 로딩 · 정규화 · 시각화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Otsu 임계값과 binary 데이터에서의 한계 이해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네 도메인(BB · CastleGate · Bentheimer · Parker)의 통계 비교 + 등방성 검토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슬라이스 보간 문제(이웃 거리 k)와 평가 지표 (|Δφ|·SSIM)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Linear / Cubic spline 보간 도메인·k 전수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.bin (raw binary, header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(256, 256, 256) — 약 1,677만 voxel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dtype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uint8 (값은 0 또는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값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0 = solid (암석), 1 = pore (공극)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voxel 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2.25 μm · 한 부피 ≈ 0.58 mm³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도메인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4개 (BB · CastleGate · Bentheimer · Parker)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네 도메인 — 같은 z=128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14</a:t>
            </a:r>
          </a:p>
        </p:txBody>
      </p:sp>
      <p:pic>
        <p:nvPicPr>
          <p:cNvPr id="6" name="Picture 5" descr="fig1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104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도메인마다 공극률·구조·균질성이 다름. W6 cross-domain 분석의 사전 검토.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같은 부피의 세 축 슬라이스 (CastleGate)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14</a:t>
            </a:r>
          </a:p>
        </p:txBody>
      </p:sp>
      <p:pic>
        <p:nvPicPr>
          <p:cNvPr id="6" name="Picture 5" descr="fig2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04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동일 부피를 z·y·x 세 직교 평면으로 자른 결과. 슬라이스 위치도 모두 다르며, 세부 공극 패턴이 서로 다릅니다.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전처리 — 정규화 + Otsu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normalize_to_float: uint8 [0, 255] → float [0, 1]. 학습 기반 모델 입력의 표준 전처리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otsu_threshold: 클래스 간 분산을 최대화하는 자동 임계값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데이터는 이미 binary이므로 Otsu는 trivial (0.5 부근)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실제 grayscale CT나 노이즈가 있는 데이터에서 Otsu의 가치가 드러남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Otsu 시각 — 인공 grayscale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14</a:t>
            </a:r>
          </a:p>
        </p:txBody>
      </p:sp>
      <p:pic>
        <p:nvPicPr>
          <p:cNvPr id="6" name="Picture 5" descr="fig3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665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노이즈가 작으면 Otsu가 두 봉우리의 골짜기에 정확히 위치. 노이즈가 커지면 안정성이 떨어집니다.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Sparse Imaging —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micro-CT 스캔은 시간 · 비용 모두 비쌈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이웃 거리 k 로 듬성듬성 측정 → (k+1)배 적게 측정, (1 − 1/(k+1))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k=3 → 75% 절감, k=5 → 83%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핵심 질문: 슬라이스 t 를 양옆 이웃 t±k 로 얼마나 정확히 예측할 수 있는가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Linear vs Cubic 보간 (BB, z=62, k=3)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평가 지표 2종: |Δφ| (공극률 오차), SSIM (구조 유사도)</a:t>
            </a:r>
          </a:p>
        </p:txBody>
      </p:sp>
      <p:pic>
        <p:nvPicPr>
          <p:cNvPr id="8" name="Picture 7" descr="w1_lincubic_pp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1247120" cy="39899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k Sweep — 학습 기반 방법이 필요한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k가 커질수록 모든 도메인의 |Δφ|가 증가합니다.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Medium"/>
              </a:rPr>
              <a:t>곡선이 가파르게 꺾이는 지점부터 단순 보간으로는 부족합니다 (W2~ deep learning).</a:t>
            </a:r>
          </a:p>
        </p:txBody>
      </p:sp>
      <p:pic>
        <p:nvPicPr>
          <p:cNvPr id="9" name="Picture 8" descr="w1_ksweep_pp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188720"/>
            <a:ext cx="7589520" cy="3746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도메인 × {Linear, Cubic} × k=[1,2,3,5,7] 전수 비교 표 (DataFrame)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z·y·x 세 축 보간 비교 (등방성 정량 검토)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Otsu 민감도 분석 (인공 grayscale 노이즈 σ sweep)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이웃 거리 한계 탐색 (k=1~10 |Δφ| 곡선)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43000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81818"/>
                </a:solidFill>
                <a:latin typeface="Pretendard Medium"/>
              </a:rPr>
              <a:t>자세한 안내는 handout 참조. 본 노트북을 사본으로 복사한 뒤 코드 수정·분석·해석을 함께 정리해 제출합니다.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Deep Learning 입문 — UNet / pix2pix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슬라이스 보간을 학습 가능한 함수로 정식화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UNet 기본 구조 (encoder · decoder · skip-connection)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— 조건부 image-to-image 학습 흐름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mini UNet을 학생 노트북(CPU)에서 직접 학습 + W1 baseline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A7A"/>
                </a:solidFill>
                <a:latin typeface="Consolas"/>
              </a:rPr>
              <a:t>pip install torch torchvision pytorch-msssim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